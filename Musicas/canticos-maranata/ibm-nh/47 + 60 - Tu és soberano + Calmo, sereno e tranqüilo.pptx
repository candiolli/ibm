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Comforta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4" Type="http://schemas.openxmlformats.org/officeDocument/2006/relationships/font" Target="fonts/Comfortaa-regular.fntdata"/><Relationship Id="rId15" Type="http://schemas.openxmlformats.org/officeDocument/2006/relationships/font" Target="fonts/Comfortaa-bold.fntdata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 és soberano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Calmo, sereno e tranqüilo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 és soberano sobre a Terra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Sobre os céus Tu és Senhor,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absoluto (2x)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Tudo que existe e acontece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 o sabes muito bem,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 és tremendo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apesar dessa glória que tens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 te importas comigo também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este amor tão grande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Eleva-me, amarra-me a Ti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 és tremendo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Sendo o próprio Deus,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deixou Sua glória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entre os homens habitou,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é Deus conosco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apesar dessa glória que tens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 te importas comigo também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este amor tão grande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Eleva-me, amarra-me a Ti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Tu és tremendo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Calmo, sereno e tranqüilo,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sinto descanso neste viver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Isto devo a um amigo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 só por ele eu pude obter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Jesus, meu amigo,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meu Senhor, o Salvador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Só por Ele eu ganhei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vida eterna com Deus (com Deus)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Triste foi Sua história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Levado à cruz sem pecado algum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Só porque me amou,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morreu por mim e não hesitou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76525"/>
            <a:ext cx="8520600" cy="41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Ele é Jesus, meu amigo,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meu Senhor, o Salvador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Só por Ele eu ganhei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 vida eterna com Deus (com Deus)</a:t>
            </a:r>
            <a:endParaRPr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