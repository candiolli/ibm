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1"/>
    <p:restoredTop sz="94720"/>
  </p:normalViewPr>
  <p:slideViewPr>
    <p:cSldViewPr snapToGrid="0" snapToObjects="1">
      <p:cViewPr varScale="1">
        <p:scale>
          <a:sx n="76" d="100"/>
          <a:sy n="76" d="100"/>
        </p:scale>
        <p:origin x="216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A328-7606-594D-8D0E-6B1466595860}" type="datetimeFigureOut">
              <a:rPr lang="pt-BR" smtClean="0"/>
              <a:t>24/09/17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4E8-0B2E-B84C-8A6A-7D4AC7896ED7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4735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A328-7606-594D-8D0E-6B1466595860}" type="datetimeFigureOut">
              <a:rPr lang="pt-BR" smtClean="0"/>
              <a:t>24/09/17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4E8-0B2E-B84C-8A6A-7D4AC7896ED7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7028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A328-7606-594D-8D0E-6B1466595860}" type="datetimeFigureOut">
              <a:rPr lang="pt-BR" smtClean="0"/>
              <a:t>24/09/17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4E8-0B2E-B84C-8A6A-7D4AC7896ED7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1888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A328-7606-594D-8D0E-6B1466595860}" type="datetimeFigureOut">
              <a:rPr lang="pt-BR" smtClean="0"/>
              <a:t>24/09/17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4E8-0B2E-B84C-8A6A-7D4AC7896ED7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5410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A328-7606-594D-8D0E-6B1466595860}" type="datetimeFigureOut">
              <a:rPr lang="pt-BR" smtClean="0"/>
              <a:t>24/09/17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4E8-0B2E-B84C-8A6A-7D4AC7896ED7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7283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A328-7606-594D-8D0E-6B1466595860}" type="datetimeFigureOut">
              <a:rPr lang="pt-BR" smtClean="0"/>
              <a:t>24/09/17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4E8-0B2E-B84C-8A6A-7D4AC7896ED7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595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A328-7606-594D-8D0E-6B1466595860}" type="datetimeFigureOut">
              <a:rPr lang="pt-BR" smtClean="0"/>
              <a:t>24/09/17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4E8-0B2E-B84C-8A6A-7D4AC7896ED7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54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A328-7606-594D-8D0E-6B1466595860}" type="datetimeFigureOut">
              <a:rPr lang="pt-BR" smtClean="0"/>
              <a:t>24/09/17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4E8-0B2E-B84C-8A6A-7D4AC7896ED7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548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A328-7606-594D-8D0E-6B1466595860}" type="datetimeFigureOut">
              <a:rPr lang="pt-BR" smtClean="0"/>
              <a:t>24/09/17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4E8-0B2E-B84C-8A6A-7D4AC7896ED7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3793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A328-7606-594D-8D0E-6B1466595860}" type="datetimeFigureOut">
              <a:rPr lang="pt-BR" smtClean="0"/>
              <a:t>24/09/17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4E8-0B2E-B84C-8A6A-7D4AC7896ED7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194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A328-7606-594D-8D0E-6B1466595860}" type="datetimeFigureOut">
              <a:rPr lang="pt-BR" smtClean="0"/>
              <a:t>24/09/17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B4E8-0B2E-B84C-8A6A-7D4AC7896ED7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5086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EA328-7606-594D-8D0E-6B1466595860}" type="datetimeFigureOut">
              <a:rPr lang="pt-BR" smtClean="0"/>
              <a:t>24/09/17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4B4E8-0B2E-B84C-8A6A-7D4AC7896ED7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08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76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874734" y="338667"/>
            <a:ext cx="10396603" cy="5632311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pt-BR" sz="7200" dirty="0" smtClean="0"/>
              <a:t>A jesus o Rei da glória,</a:t>
            </a:r>
          </a:p>
          <a:p>
            <a:pPr algn="ctr"/>
            <a:r>
              <a:rPr lang="pt-BR" sz="7200" dirty="0" smtClean="0"/>
              <a:t>Santos hinos entoai</a:t>
            </a:r>
          </a:p>
          <a:p>
            <a:pPr algn="ctr"/>
            <a:r>
              <a:rPr lang="pt-BR" sz="7200" dirty="0" smtClean="0"/>
              <a:t>Aos seus pés, humildemente,</a:t>
            </a:r>
          </a:p>
          <a:p>
            <a:pPr algn="ctr"/>
            <a:r>
              <a:rPr lang="pt-BR" sz="7200" dirty="0" smtClean="0"/>
              <a:t>Seu poder glorificai</a:t>
            </a:r>
          </a:p>
        </p:txBody>
      </p:sp>
    </p:spTree>
    <p:extLst>
      <p:ext uri="{BB962C8B-B14F-4D97-AF65-F5344CB8AC3E}">
        <p14:creationId xmlns:p14="http://schemas.microsoft.com/office/powerpoint/2010/main" val="850815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874734" y="2000661"/>
            <a:ext cx="10396603" cy="2308324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pt-BR" sz="7200" dirty="0" smtClean="0"/>
              <a:t>Aleluia, aleluia!</a:t>
            </a:r>
          </a:p>
          <a:p>
            <a:pPr algn="ctr"/>
            <a:r>
              <a:rPr lang="pt-BR" sz="7200" dirty="0" smtClean="0"/>
              <a:t>Suas obras proclamai</a:t>
            </a:r>
          </a:p>
        </p:txBody>
      </p:sp>
    </p:spTree>
    <p:extLst>
      <p:ext uri="{BB962C8B-B14F-4D97-AF65-F5344CB8AC3E}">
        <p14:creationId xmlns:p14="http://schemas.microsoft.com/office/powerpoint/2010/main" val="1594804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874734" y="338668"/>
            <a:ext cx="10396603" cy="5632311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pt-BR" sz="7200" dirty="0" smtClean="0"/>
              <a:t>Seu amor e sua graça, </a:t>
            </a:r>
          </a:p>
          <a:p>
            <a:pPr algn="ctr"/>
            <a:r>
              <a:rPr lang="pt-BR" sz="7200" dirty="0" smtClean="0"/>
              <a:t>aos perdidos dispensou;</a:t>
            </a:r>
          </a:p>
          <a:p>
            <a:pPr algn="ctr"/>
            <a:r>
              <a:rPr lang="pt-BR" sz="7200" dirty="0" smtClean="0"/>
              <a:t>Tão paciente e mui bondoso, seus pecados perdoou</a:t>
            </a:r>
          </a:p>
        </p:txBody>
      </p:sp>
    </p:spTree>
    <p:extLst>
      <p:ext uri="{BB962C8B-B14F-4D97-AF65-F5344CB8AC3E}">
        <p14:creationId xmlns:p14="http://schemas.microsoft.com/office/powerpoint/2010/main" val="153323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874734" y="2000661"/>
            <a:ext cx="10396603" cy="2308324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pt-BR" sz="7200" dirty="0" smtClean="0"/>
              <a:t>Aleluia, aleluia!</a:t>
            </a:r>
          </a:p>
          <a:p>
            <a:pPr algn="ctr"/>
            <a:r>
              <a:rPr lang="pt-BR" sz="7200" dirty="0" smtClean="0"/>
              <a:t>Do castigo os libertou</a:t>
            </a:r>
          </a:p>
        </p:txBody>
      </p:sp>
    </p:spTree>
    <p:extLst>
      <p:ext uri="{BB962C8B-B14F-4D97-AF65-F5344CB8AC3E}">
        <p14:creationId xmlns:p14="http://schemas.microsoft.com/office/powerpoint/2010/main" val="1229732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874734" y="-215330"/>
            <a:ext cx="10396603" cy="6740307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pt-BR" sz="7200" dirty="0" smtClean="0"/>
              <a:t>Cristo entende nossas lutas, </a:t>
            </a:r>
          </a:p>
          <a:p>
            <a:pPr algn="ctr"/>
            <a:r>
              <a:rPr lang="pt-BR" sz="7200" dirty="0" smtClean="0"/>
              <a:t>pois tentado foi também.</a:t>
            </a:r>
          </a:p>
          <a:p>
            <a:pPr algn="ctr"/>
            <a:r>
              <a:rPr lang="pt-BR" sz="7200" dirty="0" smtClean="0"/>
              <a:t>Triunfando, o Mestre agora, socorrer a todos vem</a:t>
            </a:r>
          </a:p>
        </p:txBody>
      </p:sp>
    </p:spTree>
    <p:extLst>
      <p:ext uri="{BB962C8B-B14F-4D97-AF65-F5344CB8AC3E}">
        <p14:creationId xmlns:p14="http://schemas.microsoft.com/office/powerpoint/2010/main" val="1365220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874734" y="2000661"/>
            <a:ext cx="10396603" cy="2308324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pt-BR" sz="7200" dirty="0" smtClean="0"/>
              <a:t>Aleluia, aleluia!</a:t>
            </a:r>
          </a:p>
          <a:p>
            <a:pPr algn="ctr"/>
            <a:r>
              <a:rPr lang="pt-BR" sz="7200" dirty="0" smtClean="0"/>
              <a:t>Só deseja o nosso bem</a:t>
            </a:r>
          </a:p>
        </p:txBody>
      </p:sp>
    </p:spTree>
    <p:extLst>
      <p:ext uri="{BB962C8B-B14F-4D97-AF65-F5344CB8AC3E}">
        <p14:creationId xmlns:p14="http://schemas.microsoft.com/office/powerpoint/2010/main" val="1976472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874734" y="892666"/>
            <a:ext cx="10396603" cy="4524315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pt-BR" sz="7200" dirty="0" smtClean="0"/>
              <a:t>Ao Senhor, na sua glória,</a:t>
            </a:r>
          </a:p>
          <a:p>
            <a:pPr algn="ctr"/>
            <a:r>
              <a:rPr lang="pt-BR" sz="7200" dirty="0" smtClean="0"/>
              <a:t>ó remidos, adorai.</a:t>
            </a:r>
          </a:p>
          <a:p>
            <a:pPr algn="ctr"/>
            <a:r>
              <a:rPr lang="pt-BR" sz="7200" dirty="0" smtClean="0"/>
              <a:t>Dedicador, fervorosos, </a:t>
            </a:r>
          </a:p>
          <a:p>
            <a:pPr algn="ctr"/>
            <a:r>
              <a:rPr lang="pt-BR" sz="7200" dirty="0" smtClean="0"/>
              <a:t>sua graça apregoai.</a:t>
            </a:r>
          </a:p>
        </p:txBody>
      </p:sp>
    </p:spTree>
    <p:extLst>
      <p:ext uri="{BB962C8B-B14F-4D97-AF65-F5344CB8AC3E}">
        <p14:creationId xmlns:p14="http://schemas.microsoft.com/office/powerpoint/2010/main" val="30108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874734" y="2000661"/>
            <a:ext cx="10396603" cy="2308324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pt-BR" sz="7200" dirty="0" smtClean="0"/>
              <a:t>Aleluia, aleluia!</a:t>
            </a:r>
          </a:p>
          <a:p>
            <a:pPr algn="ctr"/>
            <a:r>
              <a:rPr lang="pt-BR" sz="7200" dirty="0" smtClean="0"/>
              <a:t>Seu </a:t>
            </a:r>
            <a:r>
              <a:rPr lang="pt-BR" sz="7200" smtClean="0"/>
              <a:t>amor anunciai.</a:t>
            </a:r>
            <a:endParaRPr lang="pt-BR" sz="7200" dirty="0" smtClean="0"/>
          </a:p>
        </p:txBody>
      </p:sp>
    </p:spTree>
    <p:extLst>
      <p:ext uri="{BB962C8B-B14F-4D97-AF65-F5344CB8AC3E}">
        <p14:creationId xmlns:p14="http://schemas.microsoft.com/office/powerpoint/2010/main" val="10385341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110</Words>
  <Application>Microsoft Macintosh PowerPoint</Application>
  <PresentationFormat>Widescreen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15.0025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Silas Candiolli</dc:creator>
  <cp:lastModifiedBy>Silas Candiolli</cp:lastModifiedBy>
  <cp:revision>1</cp:revision>
  <dcterms:created xsi:type="dcterms:W3CDTF">2017-09-24T20:59:08Z</dcterms:created>
  <dcterms:modified xsi:type="dcterms:W3CDTF">2017-09-24T21:07:19Z</dcterms:modified>
</cp:coreProperties>
</file>