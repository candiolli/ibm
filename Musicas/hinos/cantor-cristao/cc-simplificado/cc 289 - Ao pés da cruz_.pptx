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f777b265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f777b265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f777b2655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f777b2655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f777b2655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f777b2655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f777b2655c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f777b2655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f777b2655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f777b2655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f777b2655c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f777b2655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f777b2655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f777b2655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f777b2655c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f777b2655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f777b2655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f777b2655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f777b2655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f777b2655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600"/>
              <a:t>Quero estar ao </a:t>
            </a:r>
            <a:endParaRPr sz="7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600"/>
              <a:t>pé da cruz</a:t>
            </a:r>
            <a:endParaRPr sz="7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225575"/>
            <a:ext cx="8520600" cy="43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925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366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Quero estar ao pé da cruz, de onde rica fonte</a:t>
            </a:r>
            <a:endParaRPr sz="5366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1925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5366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</a:t>
            </a:r>
            <a:endParaRPr sz="5366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859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5366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Corre franca, salutar, do Calvário monte</a:t>
            </a:r>
            <a:endParaRPr sz="58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311700" y="225575"/>
            <a:ext cx="8520600" cy="43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859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5366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Sim, na cruz, sim, na cruz, sempre me glorio,  </a:t>
            </a:r>
            <a:endParaRPr i="1" sz="5366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859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5366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859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5366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 no fim vou descansar, salvo, além do rio</a:t>
            </a:r>
            <a:endParaRPr i="1" sz="5366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311700" y="225575"/>
            <a:ext cx="8520600" cy="43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859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366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 tremer ao pé da cruz, graça eterna achou-me</a:t>
            </a:r>
            <a:endParaRPr sz="5366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859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366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859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366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Matutina Estrela ali raios seus mandou-me</a:t>
            </a:r>
            <a:endParaRPr sz="5366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11700" y="225575"/>
            <a:ext cx="8520600" cy="43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859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5366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Sim, na cruz, sim, na cruz, sempre me glorio,  </a:t>
            </a:r>
            <a:endParaRPr i="1" sz="5366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859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5366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859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5366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 no fim vou descansar, salvo, além do rio</a:t>
            </a:r>
            <a:endParaRPr i="1" sz="5366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idx="1" type="body"/>
          </p:nvPr>
        </p:nvSpPr>
        <p:spPr>
          <a:xfrm>
            <a:off x="311700" y="225575"/>
            <a:ext cx="8520600" cy="43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859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366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Sempre a cruz, Jesus, meu Deus, queiras recordar-me</a:t>
            </a:r>
            <a:endParaRPr sz="5366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859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366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859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366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Dela à sombra, Salvador, queiras abrigar-me</a:t>
            </a:r>
            <a:endParaRPr sz="5366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idx="1" type="body"/>
          </p:nvPr>
        </p:nvSpPr>
        <p:spPr>
          <a:xfrm>
            <a:off x="311700" y="225575"/>
            <a:ext cx="8520600" cy="43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859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5366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Sim, na cruz, sim, na cruz, sempre me glorio,  </a:t>
            </a:r>
            <a:endParaRPr i="1" sz="5366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859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5366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859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5366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 no fim vou descansar, salvo, além do rio</a:t>
            </a:r>
            <a:endParaRPr i="1" sz="5366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idx="1" type="body"/>
          </p:nvPr>
        </p:nvSpPr>
        <p:spPr>
          <a:xfrm>
            <a:off x="311700" y="225575"/>
            <a:ext cx="8520600" cy="43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859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366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Junto à cruz, ardendo em fé, sem temor vigio,  </a:t>
            </a:r>
            <a:endParaRPr sz="5366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859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366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859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366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Pois à terra santa irei, salvo, além do rio</a:t>
            </a:r>
            <a:endParaRPr sz="5366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idx="1" type="body"/>
          </p:nvPr>
        </p:nvSpPr>
        <p:spPr>
          <a:xfrm>
            <a:off x="311700" y="225575"/>
            <a:ext cx="8520600" cy="43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859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5366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Sim, na cruz, sim, na cruz, sempre me glorio,  </a:t>
            </a:r>
            <a:endParaRPr i="1" sz="5366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859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5366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859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5366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 no fim vou descansar, salvo, além do rio</a:t>
            </a:r>
            <a:endParaRPr i="1" sz="5366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