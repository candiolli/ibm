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fceaf193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fceaf193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fceaf1934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fceaf1934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efc3e3ced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efc3e3ced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efc3e3ced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efc3e3ced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fceaf1934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fceaf1934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fceaf1934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fceaf1934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efc3e3ced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efc3e3ced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ceaf1934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fceaf1934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Jesus em Tua presença, reunimo-nos aqui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Contemplamos tua face e rendemo-nos a ti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Pois um dia tua morte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Trouxe vida a todos nós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 nos deu completo acesso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Ao coração do Pai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Jesus em Tua presença, reunimo-nos aqui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Contemplamos tua face e rendemo-nos a ti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Pois um dia tua morte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Trouxe vida a todos nós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 nos deu completo acesso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Ao coração do Pai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 o véu que separava já não separa mais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 luz, outrora apagada agora brilha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 cada dia brilha mais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Só prá te adorar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 fazer Teu nome grande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 te dar o louvor que é devido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Estamos nós aqui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Só prá te adorar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 fazer Teu nome grande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 te dar o louvor que é devido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Estamos nós aqui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Estamos nós aqui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Estamos nós aqui</a:t>
            </a:r>
            <a:endParaRPr sz="4050">
              <a:solidFill>
                <a:srgbClr val="444444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Estamos nós aqui</a:t>
            </a:r>
            <a:endParaRPr sz="4050">
              <a:solidFill>
                <a:srgbClr val="444444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