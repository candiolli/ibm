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9ece1be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09ece1be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09ece1bee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09ece1bee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9ece1bee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9ece1bee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379e2d664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379e2d664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9ece1bee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09ece1bee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9ece1bee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9ece1bee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9ece1bee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9ece1bee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20279cd6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20279cd6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09ece1bee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09ece1bee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9e2d664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379e2d664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79e2d664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79e2d664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79e2d664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379e2d664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79e2d664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79e2d664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79e2d664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379e2d664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0279cd6d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20279cd6d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>
                <a:solidFill>
                  <a:schemeClr val="lt1"/>
                </a:solidFill>
              </a:rPr>
              <a:t>Teu povo</a:t>
            </a:r>
            <a:endParaRPr sz="5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Guilherme Andrade</a:t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Somos teu povo, a tua igreja 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Tua luz brilha sobre nós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O mesmo corpo, um só Espírito 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Um Senhor e Rei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Faça tua vontade através de nós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Que o teu reino venha 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Que o teu reino venha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Faça tua vontade através de nós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Que o teu reino venha 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Que o teu reino venha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chemeClr val="lt1"/>
                </a:solidFill>
              </a:rPr>
              <a:t>Tu és a luz que brilha sobre a escuridão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chemeClr val="lt1"/>
                </a:solidFill>
              </a:rPr>
              <a:t>Tu és a paz que acalma todo coração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700">
                <a:solidFill>
                  <a:schemeClr val="lt1"/>
                </a:solidFill>
              </a:rPr>
              <a:t>És o pão do faminto, a força do aflito</a:t>
            </a:r>
            <a:endParaRPr sz="4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700">
                <a:solidFill>
                  <a:schemeClr val="lt1"/>
                </a:solidFill>
              </a:rPr>
              <a:t>E nós somos teus pés e tuas mãos</a:t>
            </a:r>
            <a:endParaRPr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Tua verdade sempre permanecerá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Do teu amor quem poderá nos separar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És fiel e pra sempre, teu povo sustenta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E então o mundo inteiro verá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O poder do grande Rei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Justiça e paz se encontram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E nasce a alegria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Este é o Teu reino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Este é o Teu reino de amor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Justiça e paz se encontram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E nasce a alegria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Este é o Teu reino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Este é o Teu reino de amor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És fiel e pra sempre, teu povo sustenta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E então o mundo inteiro verá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O poder do grande Rei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Tu és a luz que brilha sobre a escuridão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Tu és a paz que acalma todo coração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lt1"/>
                </a:solidFill>
              </a:rPr>
              <a:t>És o pão do faminto, a força do aflito</a:t>
            </a:r>
            <a:endParaRPr sz="4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700">
                <a:solidFill>
                  <a:schemeClr val="lt1"/>
                </a:solidFill>
              </a:rPr>
              <a:t>E nós somos teus pés e tuas mãos</a:t>
            </a:r>
            <a:endParaRPr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Tua verdade sempre permanecerá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Do teu amor quem poderá nos separar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120" name="Google Shape;120;p26"/>
          <p:cNvSpPr txBox="1"/>
          <p:nvPr/>
        </p:nvSpPr>
        <p:spPr>
          <a:xfrm>
            <a:off x="0" y="0"/>
            <a:ext cx="30000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És fiel e pra sempre, teu povo sustenta </a:t>
            </a:r>
            <a:endParaRPr sz="1050">
              <a:solidFill>
                <a:schemeClr val="accen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105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endParaRPr sz="1050">
              <a:solidFill>
                <a:schemeClr val="accen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E então o mundo inteiro verá </a:t>
            </a:r>
            <a:endParaRPr sz="1050">
              <a:solidFill>
                <a:schemeClr val="accen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</a:t>
            </a:r>
            <a:r>
              <a:rPr b="1" lang="en" sz="105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sz="1050">
              <a:solidFill>
                <a:schemeClr val="accen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O poder do grande Rei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És fiel e pra sempre, teu povo sustenta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E então o mundo inteiro verá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O poder do grande Rei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