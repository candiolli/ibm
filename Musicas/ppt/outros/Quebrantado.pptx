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ceaf193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ceaf193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ceaf193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ceaf193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ceaf1934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ceaf1934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ceaf1934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ceaf193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ceaf1934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ceaf193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efc3e3ce9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efc3e3ce9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eaf1934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eaf1934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efc3e3ce9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efc3e3ce9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Eu olho para cruz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 para cruz eu vou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Do seu sofrer participar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Da sua obra eu vou cantar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Meu Salvador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Na cruz mostrou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 amor do pai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 justo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Pela cruz, me chamou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Gentilmente me atraiu e eu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Sem palavras me aproximo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Quebrantado por seu amor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Imerecida vida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 graça recebi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Por sua cruz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Da morte me livrou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Trouxe-me a vida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Eu estava condenado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Mas agora pela cruz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Eu fui reconciliado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Pela cruz, me chamou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Gentilmente me atraiu e eu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Sem palavras me aproximo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Quebrantado por seu amor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Impressionante é o seu amor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Me redimiu e me mostrou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 quanto é fiel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Pela cruz, me chamou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Gentilmente me atraiu e eu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Sem palavras me aproximo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Quebrantado por seu amor</a:t>
            </a:r>
            <a:endParaRPr b="1"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