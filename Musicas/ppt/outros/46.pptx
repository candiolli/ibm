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fceaf193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fceaf193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fceaf1934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fceaf1934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fceaf1934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fceaf1934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fceaf1934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fceaf1934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fceaf1934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fceaf1934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fceaf1934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fceaf1934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ceaf1934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ceaf1934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ceaf1934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fceaf1934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fceaf1934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fceaf1934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Deus é refúgio e fortaleza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Socorro presente na tribulação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Mesmo que a terra venha a tremer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Não vamos temer, Deus está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Um lugar, morada em Deus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Rio que leva ao lar o meu coração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 Senhor conosco está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Sim Ele está, Ele está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Ainda que os montes se abalem no mar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 a fúria das águas nos faça afundar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Seja qual luta tiver que passar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Não vamos temer, Deus está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Um lugar, morada em Deus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Rio que leva ao lar o meu coração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 Senhor conosco está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Sim Ele está, Ele está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Que todos vejam o que ele faz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Seu grande poder sobre a terra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Em tempos de guerra restaura a paz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Não há o que temer, Deus está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Um lugar, morada em Deus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Rio que leva ao lar o meu coração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 Senhor conosco está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Sim Ele está, Ele está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Descanse e saiba que eu sou teu Deus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Entre as nações o exaltado senhor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Até o fim Deus presente será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Não há o que temer, sempre está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Um lugar, morada em Deus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Rio que leva ao lar o meu coração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 Senhor conosco está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Sim Ele está, Ele está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