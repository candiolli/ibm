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ceaf193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ceaf193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fceaf1934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fceaf193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fceaf1934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fceaf1934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fceaf1934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fceaf1934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fceaf1934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fceaf193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ceaf1934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fceaf1934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0315bb7e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60315bb7e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60315bb7e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60315bb7e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ceaf1934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fceaf1934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60315bb7e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60315bb7e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0315bb7e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60315bb7e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Luz do mundo 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Viestes à Terra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Pra que eu pudesse 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Te ver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Tua beleza me 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Leva a adorar-te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Quero contigo 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Viver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Vim para adorar-te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Vim para prostrar-me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Vim para dizer que és meu Deus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És totalmente amável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Totalmente digno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Tão maravilhoso para mim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Eterno rei 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Exaltado nas alturas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Glorioso nos céus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Humilde vieste 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À terra que criaste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Por amor pobre  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Se fez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Vim para adorar-te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Vim para prostrar-me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Vim para dizer que és meu Deus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És totalmente amável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Totalmente digno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Tão maravilhoso para mim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Eu nunca saberei o preço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Dos meus pecados  lá  na cruz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Vim para adorar-te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Vim para prostrar-me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Vim para dizer que és meu Deus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" type="body"/>
          </p:nvPr>
        </p:nvSpPr>
        <p:spPr>
          <a:xfrm>
            <a:off x="311700" y="301725"/>
            <a:ext cx="8520600" cy="42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És totalmente amável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Totalmente digno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40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Tão maravilhoso para mim</a:t>
            </a:r>
            <a:endParaRPr sz="40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