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EFyMZM1ZWOzvuWfNBK2x6wiWT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d23043a28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ed23043a28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ed23043a28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d23043a28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ed23043a28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ed23043a28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d23043a28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ed23043a28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ed23043a28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d23043a28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ed23043a28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ed23043a28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d23043a28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ed23043a28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ed23043a28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d23043a28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ed23043a28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ed23043a28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d23043a28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ed23043a28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ed23043a28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d23043a28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ed23043a28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ed23043a28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d23043a28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ed23043a28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ed23043a28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10515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E9C46A"/>
                </a:solidFill>
                <a:latin typeface="Georgia"/>
                <a:ea typeface="Georgia"/>
                <a:cs typeface="Georgia"/>
                <a:sym typeface="Georgia"/>
              </a:rPr>
              <a:t>✦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Desde Os Confins da Terra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IGREJA BÍBLICA DA PAZ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8D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EB8D6"/>
                </a:solidFill>
                <a:latin typeface="Calibri"/>
                <a:ea typeface="Calibri"/>
                <a:cs typeface="Calibri"/>
                <a:sym typeface="Calibri"/>
              </a:rPr>
              <a:t>Composição: Don Harris  •  Gary Sadler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548640" y="4114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57200" y="822960"/>
            <a:ext cx="8229600" cy="3680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Desde os confins da Terra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No mais profundo mar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/>
          <p:nvPr/>
        </p:nvSpPr>
        <p:spPr>
          <a:xfrm>
            <a:off x="457200" y="822960"/>
            <a:ext cx="8229600" cy="3680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Nas alturas dos céus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4000"/>
              <a:buFont typeface="Georgia"/>
              <a:buNone/>
            </a:pPr>
            <a:r>
              <a:rPr b="1" i="0" lang="en-US" sz="5000" u="none" cap="none" strike="noStrike">
                <a:solidFill>
                  <a:srgbClr val="E9C46A"/>
                </a:solidFill>
                <a:latin typeface="Georgia"/>
                <a:ea typeface="Georgia"/>
                <a:cs typeface="Georgia"/>
                <a:sym typeface="Georgia"/>
              </a:rPr>
              <a:t>Louvado És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457200" y="822960"/>
            <a:ext cx="8229600" cy="3680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Dentro dos corações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Em meio a um clamor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457200" y="822960"/>
            <a:ext cx="8229600" cy="3680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Nasce esta canção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E os povos cantam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457200" y="822960"/>
            <a:ext cx="8229600" cy="3680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Por toda eternidade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Tu serás adorado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4000"/>
              <a:buFont typeface="Georgia"/>
              <a:buNone/>
            </a:pPr>
            <a:r>
              <a:rPr b="1" i="0" lang="en-US" sz="5000" u="none" cap="none" strike="noStrike">
                <a:solidFill>
                  <a:srgbClr val="E9C46A"/>
                </a:solidFill>
                <a:latin typeface="Georgia"/>
                <a:ea typeface="Georgia"/>
                <a:cs typeface="Georgia"/>
                <a:sym typeface="Georgia"/>
              </a:rPr>
              <a:t>Grande Deus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/>
          <p:nvPr/>
        </p:nvSpPr>
        <p:spPr>
          <a:xfrm>
            <a:off x="457200" y="822960"/>
            <a:ext cx="8229600" cy="3680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Exaltado nas nações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Senhor da criação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4000"/>
              <a:buFont typeface="Georgia"/>
              <a:buNone/>
            </a:pPr>
            <a:r>
              <a:rPr b="1" i="0" lang="en-US" sz="5000" u="none" cap="none" strike="noStrike">
                <a:solidFill>
                  <a:srgbClr val="E9C46A"/>
                </a:solidFill>
                <a:latin typeface="Georgia"/>
                <a:ea typeface="Georgia"/>
                <a:cs typeface="Georgia"/>
                <a:sym typeface="Georgia"/>
              </a:rPr>
              <a:t>Grande Deus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457200" y="822960"/>
            <a:ext cx="8229600" cy="3680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4000"/>
              <a:buFont typeface="Georgia"/>
              <a:buNone/>
            </a:pPr>
            <a:r>
              <a:rPr b="1" i="0" lang="en-US" sz="5000" u="none" cap="none" strike="noStrike">
                <a:solidFill>
                  <a:srgbClr val="E9C46A"/>
                </a:solidFill>
                <a:latin typeface="Georgia"/>
                <a:ea typeface="Georgia"/>
                <a:cs typeface="Georgia"/>
                <a:sym typeface="Georgia"/>
              </a:rPr>
              <a:t>Seja louvado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d23043a28_0_4"/>
          <p:cNvSpPr/>
          <p:nvPr/>
        </p:nvSpPr>
        <p:spPr>
          <a:xfrm>
            <a:off x="548640" y="41148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ed23043a28_0_4"/>
          <p:cNvSpPr/>
          <p:nvPr/>
        </p:nvSpPr>
        <p:spPr>
          <a:xfrm>
            <a:off x="457200" y="822960"/>
            <a:ext cx="8229600" cy="3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Desde os confins da Terra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No mais profundo mar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d23043a28_0_10"/>
          <p:cNvSpPr/>
          <p:nvPr/>
        </p:nvSpPr>
        <p:spPr>
          <a:xfrm>
            <a:off x="457200" y="822960"/>
            <a:ext cx="8229600" cy="3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Nas alturas dos céus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4000"/>
              <a:buFont typeface="Georgia"/>
              <a:buNone/>
            </a:pPr>
            <a:r>
              <a:rPr b="1" i="0" lang="en-US" sz="5000" u="none" cap="none" strike="noStrike">
                <a:solidFill>
                  <a:srgbClr val="E9C46A"/>
                </a:solidFill>
                <a:latin typeface="Georgia"/>
                <a:ea typeface="Georgia"/>
                <a:cs typeface="Georgia"/>
                <a:sym typeface="Georgia"/>
              </a:rPr>
              <a:t>Louvado És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d23043a28_0_15"/>
          <p:cNvSpPr/>
          <p:nvPr/>
        </p:nvSpPr>
        <p:spPr>
          <a:xfrm>
            <a:off x="457200" y="822960"/>
            <a:ext cx="8229600" cy="3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Dentro dos corações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Em meio a um clamor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d23043a28_0_20"/>
          <p:cNvSpPr/>
          <p:nvPr/>
        </p:nvSpPr>
        <p:spPr>
          <a:xfrm>
            <a:off x="457200" y="822960"/>
            <a:ext cx="8229600" cy="3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Nasce esta canção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E os povos cantam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d23043a28_0_25"/>
          <p:cNvSpPr/>
          <p:nvPr/>
        </p:nvSpPr>
        <p:spPr>
          <a:xfrm>
            <a:off x="457200" y="822960"/>
            <a:ext cx="8229600" cy="3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Por toda eternidade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Tu serás adorado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4000"/>
              <a:buFont typeface="Georgia"/>
              <a:buNone/>
            </a:pPr>
            <a:r>
              <a:rPr b="1" i="0" lang="en-US" sz="5000" u="none" cap="none" strike="noStrike">
                <a:solidFill>
                  <a:srgbClr val="E9C46A"/>
                </a:solidFill>
                <a:latin typeface="Georgia"/>
                <a:ea typeface="Georgia"/>
                <a:cs typeface="Georgia"/>
                <a:sym typeface="Georgia"/>
              </a:rPr>
              <a:t>Grande Deus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d23043a28_0_30"/>
          <p:cNvSpPr/>
          <p:nvPr/>
        </p:nvSpPr>
        <p:spPr>
          <a:xfrm>
            <a:off x="457200" y="822960"/>
            <a:ext cx="8229600" cy="3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Exaltado nas nações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Senhor da criação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4000"/>
              <a:buFont typeface="Georgia"/>
              <a:buNone/>
            </a:pPr>
            <a:r>
              <a:rPr b="1" i="0" lang="en-US" sz="5000" u="none" cap="none" strike="noStrike">
                <a:solidFill>
                  <a:srgbClr val="E9C46A"/>
                </a:solidFill>
                <a:latin typeface="Georgia"/>
                <a:ea typeface="Georgia"/>
                <a:cs typeface="Georgia"/>
                <a:sym typeface="Georgia"/>
              </a:rPr>
              <a:t>Grande Deus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d23043a28_0_35"/>
          <p:cNvSpPr/>
          <p:nvPr/>
        </p:nvSpPr>
        <p:spPr>
          <a:xfrm>
            <a:off x="457200" y="822960"/>
            <a:ext cx="8229600" cy="3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4000"/>
              <a:buFont typeface="Georgia"/>
              <a:buNone/>
            </a:pPr>
            <a:r>
              <a:rPr b="1" i="0" lang="en-US" sz="5000" u="none" cap="none" strike="noStrike">
                <a:solidFill>
                  <a:srgbClr val="E9C46A"/>
                </a:solidFill>
                <a:latin typeface="Georgia"/>
                <a:ea typeface="Georgia"/>
                <a:cs typeface="Georgia"/>
                <a:sym typeface="Georgia"/>
              </a:rPr>
              <a:t>Seja louvado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/>
          <p:nvPr/>
        </p:nvSpPr>
        <p:spPr>
          <a:xfrm>
            <a:off x="0" y="18288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E9C46A"/>
                </a:solidFill>
                <a:latin typeface="Georgia"/>
                <a:ea typeface="Georgia"/>
                <a:cs typeface="Georgia"/>
                <a:sym typeface="Georgia"/>
              </a:rPr>
              <a:t>✦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8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Seja louvado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d23043a28_0_40"/>
          <p:cNvSpPr/>
          <p:nvPr/>
        </p:nvSpPr>
        <p:spPr>
          <a:xfrm>
            <a:off x="548640" y="41148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ed23043a28_0_40"/>
          <p:cNvSpPr/>
          <p:nvPr/>
        </p:nvSpPr>
        <p:spPr>
          <a:xfrm>
            <a:off x="457200" y="822960"/>
            <a:ext cx="8229600" cy="3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Desde os confins da Terra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No mais profundo mar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d23043a28_0_46"/>
          <p:cNvSpPr/>
          <p:nvPr/>
        </p:nvSpPr>
        <p:spPr>
          <a:xfrm>
            <a:off x="457200" y="822960"/>
            <a:ext cx="8229600" cy="3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600"/>
              <a:buFont typeface="Georgia"/>
              <a:buNone/>
            </a:pPr>
            <a:r>
              <a:rPr b="1" i="0" lang="en-US" sz="5000" u="none" cap="none" strike="noStrike">
                <a:solidFill>
                  <a:srgbClr val="F4F6FC"/>
                </a:solidFill>
                <a:latin typeface="Georgia"/>
                <a:ea typeface="Georgia"/>
                <a:cs typeface="Georgia"/>
                <a:sym typeface="Georgia"/>
              </a:rPr>
              <a:t>Nas alturas dos céus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4000"/>
              <a:buFont typeface="Georgia"/>
              <a:buNone/>
            </a:pPr>
            <a:r>
              <a:rPr b="1" i="0" lang="en-US" sz="5000" u="none" cap="none" strike="noStrike">
                <a:solidFill>
                  <a:srgbClr val="E9C46A"/>
                </a:solidFill>
                <a:latin typeface="Georgia"/>
                <a:ea typeface="Georgia"/>
                <a:cs typeface="Georgia"/>
                <a:sym typeface="Georgia"/>
              </a:rPr>
              <a:t>Louvado És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2026-05-30T22:18:48Z</dcterms:created>
  <dc:creator>Igreja Bíblica da Paz</dc:creator>
</cp:coreProperties>
</file>