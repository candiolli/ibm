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9ece1be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9ece1be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09ece1bee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09ece1bee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9ece1bee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9ece1bee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09ece1bee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09ece1bee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9ece1bee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09ece1bee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9ece1bee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9ece1bee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9ece1bee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9ece1bee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09ece1bee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09ece1bee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397f9b6f52bb8f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397f9b6f52bb8f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97f9b6f52bb8f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397f9b6f52bb8f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Elevo os olhos para os montes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Quem me socorrerá?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Daquele que fez o universo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A salvação virá!</a:t>
            </a:r>
            <a:endParaRPr sz="4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Elevo os olhos para os montes</a:t>
            </a:r>
            <a:endParaRPr sz="4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Quem me socorrerá?</a:t>
            </a:r>
            <a:endParaRPr sz="4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Daquele que fez o universo</a:t>
            </a:r>
            <a:endParaRPr sz="4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A salvação virá!</a:t>
            </a:r>
            <a:endParaRPr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De ti preciso, oh Deus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És minha esperança 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Teu é o meu louvor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Por isso espero em ti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Dá-me tua vida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Vem em meu favor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Elevo os olhos para os montes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Quem me socorrerá?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Daquele que fez o universo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A salvação virá!</a:t>
            </a:r>
            <a:endParaRPr sz="4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Elevo os olhos para os montes</a:t>
            </a:r>
            <a:endParaRPr sz="4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Quem me socorrerá?</a:t>
            </a:r>
            <a:endParaRPr sz="4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Daquele que fez o universo</a:t>
            </a:r>
            <a:endParaRPr sz="4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700">
                <a:solidFill>
                  <a:schemeClr val="lt1"/>
                </a:solidFill>
              </a:rPr>
              <a:t>A salvação virá!</a:t>
            </a:r>
            <a:endParaRPr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De ti preciso, oh Deus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És minha esperança 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Teu é o meu louvor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Por isso espero em ti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Dá-me tua vida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Vem em meu favor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De ti preciso, oh Deus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És minha esperança 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Teu é o meu louvor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1700" y="377900"/>
            <a:ext cx="8520600" cy="4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Por isso espero em ti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Dá-me tua vida</a:t>
            </a:r>
            <a:endParaRPr sz="5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Vem em meu favor</a:t>
            </a:r>
            <a:endParaRPr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