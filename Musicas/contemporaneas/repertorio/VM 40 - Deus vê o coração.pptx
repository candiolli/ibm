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0"/>
  </p:normalViewPr>
  <p:slideViewPr>
    <p:cSldViewPr snapToGrid="0" snapToObjects="1">
      <p:cViewPr varScale="1">
        <p:scale>
          <a:sx n="102" d="100"/>
          <a:sy n="102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5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2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5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2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1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99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1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5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7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9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4E559-F00E-254C-ABFF-66CCA11B9095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EC21E-DB8A-4542-A259-C197B4D4B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Deus </a:t>
            </a:r>
            <a:r>
              <a:rPr lang="en-US" dirty="0" err="1" smtClean="0"/>
              <a:t>vê</a:t>
            </a:r>
            <a:r>
              <a:rPr lang="en-US" dirty="0" smtClean="0"/>
              <a:t> o </a:t>
            </a:r>
            <a:r>
              <a:rPr lang="en-US" dirty="0" err="1" smtClean="0"/>
              <a:t>Coração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6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6301"/>
            <a:ext cx="10515600" cy="55506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Deus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mede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homem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Por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outro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padrão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;</a:t>
            </a: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Ele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exerga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por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trás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Da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aparente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ação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.</a:t>
            </a:r>
            <a:endParaRPr lang="en-US" sz="72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65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45" y="626301"/>
            <a:ext cx="11098060" cy="55506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Não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olha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pra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roupas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Ou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pra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possesões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;</a:t>
            </a: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Estuda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sentir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Pensamento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e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intenções</a:t>
            </a:r>
            <a:endParaRPr lang="en-US" sz="72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7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45" y="626301"/>
            <a:ext cx="11098060" cy="55506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olhar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do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Senhor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Alcança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todo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ser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;</a:t>
            </a: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Nenhum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segredo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Foge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do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Seu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saber.</a:t>
            </a:r>
            <a:endParaRPr lang="en-US" sz="72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9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45" y="626301"/>
            <a:ext cx="11098060" cy="55506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Conhece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meu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pensar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,</a:t>
            </a: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Cada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gesto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e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ação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Homens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vêem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externo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Deus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vê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coração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endParaRPr lang="en-US" sz="72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45" y="626301"/>
            <a:ext cx="11098060" cy="55506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Deus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não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julga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homem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Por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seu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visual,</a:t>
            </a: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Ou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por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quanto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possui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,</a:t>
            </a:r>
          </a:p>
          <a:p>
            <a:pPr marL="0" indent="0" algn="ctr">
              <a:buNone/>
            </a:pP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Pela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classe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social.</a:t>
            </a:r>
          </a:p>
        </p:txBody>
      </p:sp>
    </p:spTree>
    <p:extLst>
      <p:ext uri="{BB962C8B-B14F-4D97-AF65-F5344CB8AC3E}">
        <p14:creationId xmlns:p14="http://schemas.microsoft.com/office/powerpoint/2010/main" val="45122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45" y="626301"/>
            <a:ext cx="11098060" cy="55506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Pra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eternos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valores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Dirigi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atenção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marL="0" indent="0" algn="ctr">
              <a:buNone/>
            </a:pP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Deus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honra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quem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tem</a:t>
            </a:r>
          </a:p>
          <a:p>
            <a:pPr marL="0" indent="0" algn="ctr">
              <a:buNone/>
            </a:pP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Puro 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seu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coração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05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45" y="626301"/>
            <a:ext cx="11098060" cy="55506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olhar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do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Senhor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Alcança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todo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ser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;</a:t>
            </a: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Nenhum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segredo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Foge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do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Seu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saber.</a:t>
            </a:r>
            <a:endParaRPr lang="en-US" sz="72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804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145" y="626301"/>
            <a:ext cx="11098060" cy="55506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Conhece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meu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pensar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,</a:t>
            </a: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Cada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gesto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e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ação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marL="0" indent="0" algn="ctr">
              <a:buNone/>
            </a:pP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Homens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vêem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externo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Deus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vê</a:t>
            </a:r>
            <a:r>
              <a:rPr lang="en-US" sz="7200" dirty="0" smtClean="0">
                <a:latin typeface="Arial" charset="0"/>
                <a:ea typeface="Arial" charset="0"/>
                <a:cs typeface="Arial" charset="0"/>
              </a:rPr>
              <a:t> o </a:t>
            </a:r>
            <a:r>
              <a:rPr lang="en-US" sz="7200" dirty="0" err="1" smtClean="0">
                <a:latin typeface="Arial" charset="0"/>
                <a:ea typeface="Arial" charset="0"/>
                <a:cs typeface="Arial" charset="0"/>
              </a:rPr>
              <a:t>coração</a:t>
            </a:r>
            <a:endParaRPr lang="en-US" sz="7200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endParaRPr lang="en-US" sz="72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082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130</Words>
  <Application>Microsoft Macintosh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Arial</vt:lpstr>
      <vt:lpstr>Office Theme</vt:lpstr>
      <vt:lpstr>Deus vê o Coração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Deus vê o Coração</dc:title>
  <dc:creator>Silas Candiolli</dc:creator>
  <cp:lastModifiedBy>Silas Candiolli</cp:lastModifiedBy>
  <cp:revision>4</cp:revision>
  <dcterms:created xsi:type="dcterms:W3CDTF">2019-01-06T19:03:17Z</dcterms:created>
  <dcterms:modified xsi:type="dcterms:W3CDTF">2019-01-06T19:34:24Z</dcterms:modified>
</cp:coreProperties>
</file>