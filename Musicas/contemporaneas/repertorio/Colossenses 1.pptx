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Comfortaa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omfortaa-bold.fntdata"/><Relationship Id="rId14" Type="http://schemas.openxmlformats.org/officeDocument/2006/relationships/font" Target="fonts/Comforta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26aed02143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26aed0214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26aed0214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26aed0214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26aed02143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26aed0214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26aed0214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26aed0214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26aed02143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26aed02143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26aed02143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26aed0214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26aed02143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26aed02143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Colossenses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376525"/>
            <a:ext cx="8520600" cy="41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Ele é a imagem do Deus invisível</a:t>
            </a:r>
            <a:endParaRPr sz="4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4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Ele é Senhor sobre a criação</a:t>
            </a:r>
            <a:endParaRPr sz="4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311700" y="376525"/>
            <a:ext cx="8520600" cy="41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Pois, nele foram criadas</a:t>
            </a:r>
            <a:endParaRPr sz="4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Todas as coisas nos céus e na terra</a:t>
            </a:r>
            <a:endParaRPr sz="4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Sejam tronos, soberanias</a:t>
            </a:r>
            <a:endParaRPr sz="4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4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Poderes ou autoridades</a:t>
            </a:r>
            <a:endParaRPr sz="4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311700" y="376525"/>
            <a:ext cx="8520600" cy="41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Ele é antes de tudo</a:t>
            </a:r>
            <a:endParaRPr sz="4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 a todos sustenta pela Palavra</a:t>
            </a:r>
            <a:endParaRPr sz="4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Pois, foi do agrado de Deus</a:t>
            </a:r>
            <a:endParaRPr sz="4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Que em tudo Ele tenha</a:t>
            </a:r>
            <a:endParaRPr sz="4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4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Supremacia</a:t>
            </a:r>
            <a:endParaRPr sz="4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11700" y="376525"/>
            <a:ext cx="8520600" cy="41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Ele é o resplendor da glória do Pai</a:t>
            </a:r>
            <a:endParaRPr sz="4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4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Ele é a exata expressão do seu ser</a:t>
            </a:r>
            <a:endParaRPr sz="4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idx="1" type="body"/>
          </p:nvPr>
        </p:nvSpPr>
        <p:spPr>
          <a:xfrm>
            <a:off x="311700" y="376525"/>
            <a:ext cx="8520600" cy="41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Pois, nele foram criadas</a:t>
            </a:r>
            <a:endParaRPr sz="4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Todas as coisas nos céus e na terra</a:t>
            </a:r>
            <a:endParaRPr sz="4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Sejam tronos, soberanias</a:t>
            </a:r>
            <a:endParaRPr sz="4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4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Poderes ou autoridades</a:t>
            </a:r>
            <a:endParaRPr sz="4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idx="1" type="body"/>
          </p:nvPr>
        </p:nvSpPr>
        <p:spPr>
          <a:xfrm>
            <a:off x="311700" y="376525"/>
            <a:ext cx="8520600" cy="41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Ele é antes de tudo</a:t>
            </a:r>
            <a:endParaRPr sz="4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 a todos sustenta pela Palavra</a:t>
            </a:r>
            <a:endParaRPr sz="4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Pois, foi do agrado de Deus</a:t>
            </a:r>
            <a:endParaRPr sz="4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Que em tudo Ele tenha</a:t>
            </a:r>
            <a:endParaRPr sz="4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4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Supremacia</a:t>
            </a:r>
            <a:endParaRPr sz="4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idx="1" type="body"/>
          </p:nvPr>
        </p:nvSpPr>
        <p:spPr>
          <a:xfrm>
            <a:off x="311700" y="376525"/>
            <a:ext cx="8520600" cy="41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Já não há mais nada</a:t>
            </a:r>
            <a:endParaRPr sz="4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Que a Ele não pertença</a:t>
            </a:r>
            <a:endParaRPr sz="4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Em tudo existe graça</a:t>
            </a:r>
            <a:endParaRPr sz="4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415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Cantemos, sim!</a:t>
            </a:r>
            <a:endParaRPr sz="415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