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9ece1be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9ece1be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561cebb49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561cebb49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9ece1bee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9ece1bee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09ece1bee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09ece1bee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379e2d664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379e2d66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9ece1bee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9ece1be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9ece1be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9ece1be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561cebb49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561cebb4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561cebb49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561cebb49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61cebb49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561cebb49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>
                <a:solidFill>
                  <a:schemeClr val="lt1"/>
                </a:solidFill>
              </a:rPr>
              <a:t>Eterno lar</a:t>
            </a:r>
            <a:endParaRPr sz="5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Projeto Sola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 então vamos cantar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Voltando ao eterno lar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Pela estrada que nos conduz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Vivendo do teu amor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Quando o coração estiver aflito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Se lembre de quem Ele é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Pra ver o pai, olhe para o filho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Deus que se revelou a nós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A vida eterna já nos deu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Alegria e paz começam aqui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Pra si um povo escolheu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Andemos para o encontrar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E então vamos cantar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Voltando ao eterno lar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Pela estrada que nos conduz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Vivendo do teu amor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217800" y="363300"/>
            <a:ext cx="87084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lt1"/>
                </a:solidFill>
              </a:rPr>
              <a:t>Quando o coração estiver aflito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lt1"/>
                </a:solidFill>
              </a:rPr>
              <a:t>Se lembre do que Ele fez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lt1"/>
                </a:solidFill>
              </a:rPr>
              <a:t>Tudo que criou e sustenta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lt1"/>
                </a:solidFill>
              </a:rPr>
              <a:t>Pelo poder de sua mão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chemeClr val="lt1"/>
                </a:solidFill>
              </a:rPr>
              <a:t>Nos estendeu a adoção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chemeClr val="lt1"/>
                </a:solidFill>
              </a:rPr>
              <a:t>Somos filhos da aliança eterna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chemeClr val="lt1"/>
                </a:solidFill>
              </a:rPr>
              <a:t>Na morte, na ressurreição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Unidos somos no Senhor</a:t>
            </a:r>
            <a:endParaRPr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 então vamos cantar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Voltando ao eterno lar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Pela estrada que nos conduz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Vivendo do teu amor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E então vamos cantar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Voltando ao eterno lar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Pela estrada que nos conduz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Vivendo do teu amor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3852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0">
                <a:solidFill>
                  <a:schemeClr val="lt1"/>
                </a:solidFill>
              </a:rPr>
              <a:t>Quando o coração estiver aflito</a:t>
            </a:r>
            <a:endParaRPr sz="505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50">
                <a:solidFill>
                  <a:schemeClr val="lt1"/>
                </a:solidFill>
              </a:rPr>
              <a:t>Se lembre de quem Ele é</a:t>
            </a:r>
            <a:endParaRPr sz="50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