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Wez9bG5a+8ZLa1iVhwbsQTtlN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Confesso a Ti, Senhor, que fraco eu sou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Tão fraco eu sou, mas forte Tu és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Eu venho a Ti, Senhor, sem nada pra dar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Só quero pedir, vem e ajuda-me, oh Deus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Um coração quebrantado e humilde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Não rejeitas, Senhor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Estenda a mim Tua graça e deixe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Teu amor fluir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Por misericórdia nós clamamos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Faz chover perdão e graça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Sobre mim, perdão e graça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11247120" y="5120640"/>
            <a:ext cx="109728" cy="9144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972800" y="5486400"/>
            <a:ext cx="640080" cy="10972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188720" y="2103120"/>
            <a:ext cx="9784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lava-me, Senhor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Pois hoje eu preciso de Teu amor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