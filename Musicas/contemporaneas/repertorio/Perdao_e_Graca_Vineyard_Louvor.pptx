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457200" y="365760"/>
            <a:ext cx="3657600" cy="1463040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4114800" y="365760"/>
            <a:ext cx="3657600" cy="1463040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7315200" y="365760"/>
            <a:ext cx="3657600" cy="1463040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55680" y="4937760"/>
            <a:ext cx="137160" cy="109728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0" y="5394960"/>
            <a:ext cx="822960" cy="13716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98755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Confesso a Ti, Senhor, que fraco eu sou</a:t>
            </a:r>
          </a:p>
          <a:p>
            <a:pPr algn="ctr">
              <a:defRPr sz="3400" b="1">
                <a:solidFill>
                  <a:srgbClr val="FFFFFF"/>
                </a:solidFill>
              </a:defRPr>
            </a:pPr>
            <a:r>
              <a:t>Tão fraco eu sou, mas forte Tu 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457200" y="365760"/>
            <a:ext cx="3657600" cy="1463040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4114800" y="365760"/>
            <a:ext cx="3657600" cy="1463040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7315200" y="365760"/>
            <a:ext cx="3657600" cy="1463040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55680" y="4937760"/>
            <a:ext cx="137160" cy="109728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0" y="5394960"/>
            <a:ext cx="822960" cy="13716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98755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Eu venho a Ti, Senhor, sem nada pra dar</a:t>
            </a:r>
          </a:p>
          <a:p>
            <a:pPr algn="ctr">
              <a:defRPr sz="3400" b="1">
                <a:solidFill>
                  <a:srgbClr val="FFFFFF"/>
                </a:solidFill>
              </a:defRPr>
            </a:pPr>
            <a:r>
              <a:t>Só quero pedir, vem e ajuda-me, oh Deus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457200" y="365760"/>
            <a:ext cx="3657600" cy="1463040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4114800" y="365760"/>
            <a:ext cx="3657600" cy="1463040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7315200" y="365760"/>
            <a:ext cx="3657600" cy="1463040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55680" y="4937760"/>
            <a:ext cx="137160" cy="109728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0" y="5394960"/>
            <a:ext cx="822960" cy="13716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98755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Um coração quebrantado e humilde</a:t>
            </a:r>
          </a:p>
          <a:p>
            <a:pPr algn="ctr">
              <a:defRPr sz="3400" b="1">
                <a:solidFill>
                  <a:srgbClr val="FFFFFF"/>
                </a:solidFill>
              </a:defRPr>
            </a:pPr>
            <a:r>
              <a:t>Não rejeitas, Senhor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457200" y="365760"/>
            <a:ext cx="3657600" cy="1463040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4114800" y="365760"/>
            <a:ext cx="3657600" cy="1463040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7315200" y="365760"/>
            <a:ext cx="3657600" cy="1463040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55680" y="4937760"/>
            <a:ext cx="137160" cy="109728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0" y="5394960"/>
            <a:ext cx="822960" cy="13716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98755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Estenda a mim Tua graça e deixe</a:t>
            </a:r>
          </a:p>
          <a:p>
            <a:pPr algn="ctr">
              <a:defRPr sz="3400" b="1">
                <a:solidFill>
                  <a:srgbClr val="FFFFFF"/>
                </a:solidFill>
              </a:defRPr>
            </a:pPr>
            <a:r>
              <a:t>Teu amor fluir</a:t>
            </a:r>
          </a:p>
          <a:p>
            <a:pPr algn="ctr">
              <a:defRPr sz="3400" b="1">
                <a:solidFill>
                  <a:srgbClr val="FFFFFF"/>
                </a:solidFill>
              </a:defRPr>
            </a:pPr>
            <a:r>
              <a:t>Por misericórdia nós clamamos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457200" y="365760"/>
            <a:ext cx="3657600" cy="1463040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4114800" y="365760"/>
            <a:ext cx="3657600" cy="1463040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7315200" y="365760"/>
            <a:ext cx="3657600" cy="1463040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55680" y="4937760"/>
            <a:ext cx="137160" cy="109728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0" y="5394960"/>
            <a:ext cx="822960" cy="13716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98755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Faz chover perdão e graça</a:t>
            </a:r>
          </a:p>
          <a:p>
            <a:pPr algn="ctr">
              <a:defRPr sz="3400" b="1">
                <a:solidFill>
                  <a:srgbClr val="FFFFFF"/>
                </a:solidFill>
              </a:defRPr>
            </a:pPr>
            <a:r>
              <a:t>Sobre mim, perdão e graça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loud 2"/>
          <p:cNvSpPr/>
          <p:nvPr/>
        </p:nvSpPr>
        <p:spPr>
          <a:xfrm>
            <a:off x="457200" y="365760"/>
            <a:ext cx="3657600" cy="1463040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loud 3"/>
          <p:cNvSpPr/>
          <p:nvPr/>
        </p:nvSpPr>
        <p:spPr>
          <a:xfrm>
            <a:off x="4114800" y="365760"/>
            <a:ext cx="3657600" cy="1463040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4"/>
          <p:cNvSpPr/>
          <p:nvPr/>
        </p:nvSpPr>
        <p:spPr>
          <a:xfrm>
            <a:off x="7315200" y="365760"/>
            <a:ext cx="3657600" cy="1463040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55680" y="4937760"/>
            <a:ext cx="137160" cy="109728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0" y="5394960"/>
            <a:ext cx="822960" cy="13716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98755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E lava-me, Senhor</a:t>
            </a:r>
          </a:p>
          <a:p>
            <a:pPr algn="ctr">
              <a:defRPr sz="3400" b="1">
                <a:solidFill>
                  <a:srgbClr val="FFFFFF"/>
                </a:solidFill>
              </a:defRPr>
            </a:pPr>
            <a:r>
              <a:t>Pois hoje eu preciso de Teu amor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