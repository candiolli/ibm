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8KJb2CI8IBSigjy2NJ2tGLYkI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2b7bedf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92b7bedfd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2b7bedfd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92b7bedfd8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2b7bedfd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92b7bedfd8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2b7bedfd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92b7bedfd8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2b7bedfd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92b7bedfd8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2b7bedfd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92b7bedfd8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2b7bedfd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92b7bedfd8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2b7bedfd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92b7bedfd8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20220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Eterno Deus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0" y="3044650"/>
            <a:ext cx="914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Vineyard</a:t>
            </a:r>
            <a:endParaRPr sz="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2b7bedfd8_0_0"/>
          <p:cNvSpPr txBox="1"/>
          <p:nvPr/>
        </p:nvSpPr>
        <p:spPr>
          <a:xfrm>
            <a:off x="0" y="2011675"/>
            <a:ext cx="91440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Nossas forças irão se renovar</a:t>
            </a:r>
            <a:endParaRPr sz="25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 esperarmos no Senhor</a:t>
            </a:r>
            <a:endParaRPr sz="25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Esperarmos no Senhor</a:t>
            </a:r>
            <a:endParaRPr sz="2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0" y="2011675"/>
            <a:ext cx="91440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Nossas forças irão se renovar</a:t>
            </a:r>
            <a:endParaRPr sz="47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 esperarmos no Senhor</a:t>
            </a:r>
            <a:endParaRPr sz="47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Esperarmos no Senhor</a:t>
            </a:r>
            <a:endParaRPr sz="4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-125" y="2011675"/>
            <a:ext cx="91440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Oh, Deus, Tu és a força</a:t>
            </a:r>
            <a:endParaRPr sz="47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Que traz a esperança</a:t>
            </a:r>
            <a:endParaRPr sz="4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0" y="1980600"/>
            <a:ext cx="91440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Pois só Tu és o eterno Deus</a:t>
            </a:r>
            <a:endParaRPr sz="47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Tu és o eterno Deus</a:t>
            </a:r>
            <a:endParaRPr sz="47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Que nunca irá deixar Seus filhos</a:t>
            </a:r>
            <a:endParaRPr sz="4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/>
        </p:nvSpPr>
        <p:spPr>
          <a:xfrm>
            <a:off x="-125" y="2011675"/>
            <a:ext cx="91440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Tu és o nosso defensor</a:t>
            </a:r>
            <a:endParaRPr sz="25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Deus consolador</a:t>
            </a:r>
            <a:endParaRPr sz="25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Nos ergue quando estamos fracos</a:t>
            </a:r>
            <a:endParaRPr sz="2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2b7bedfd8_0_6"/>
          <p:cNvSpPr txBox="1"/>
          <p:nvPr/>
        </p:nvSpPr>
        <p:spPr>
          <a:xfrm>
            <a:off x="0" y="2011675"/>
            <a:ext cx="91440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Nossas forças irão se renovar</a:t>
            </a:r>
            <a:endParaRPr sz="25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 esperarmos no Senhor</a:t>
            </a:r>
            <a:endParaRPr sz="25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Esperarmos no Senhor</a:t>
            </a:r>
            <a:endParaRPr sz="2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2b7bedfd8_0_10"/>
          <p:cNvSpPr txBox="1"/>
          <p:nvPr/>
        </p:nvSpPr>
        <p:spPr>
          <a:xfrm>
            <a:off x="0" y="2011675"/>
            <a:ext cx="91440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Nossas forças irão se renovar</a:t>
            </a:r>
            <a:endParaRPr sz="47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 esperarmos no Senhor</a:t>
            </a:r>
            <a:endParaRPr sz="47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Esperarmos no Senhor</a:t>
            </a:r>
            <a:endParaRPr sz="4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2b7bedfd8_0_14"/>
          <p:cNvSpPr txBox="1"/>
          <p:nvPr/>
        </p:nvSpPr>
        <p:spPr>
          <a:xfrm>
            <a:off x="-125" y="2011675"/>
            <a:ext cx="91440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Oh, Deus, Tu és a força</a:t>
            </a:r>
            <a:endParaRPr sz="47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Que traz a esperança</a:t>
            </a:r>
            <a:endParaRPr sz="4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2b7bedfd8_0_18"/>
          <p:cNvSpPr txBox="1"/>
          <p:nvPr/>
        </p:nvSpPr>
        <p:spPr>
          <a:xfrm>
            <a:off x="0" y="1980600"/>
            <a:ext cx="91440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Pois só Tu és o eterno Deus</a:t>
            </a:r>
            <a:endParaRPr sz="47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Tu és o eterno Deus</a:t>
            </a:r>
            <a:endParaRPr sz="47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Que nunca irá deixar Seus filhos</a:t>
            </a:r>
            <a:endParaRPr sz="4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2b7bedfd8_0_22"/>
          <p:cNvSpPr txBox="1"/>
          <p:nvPr/>
        </p:nvSpPr>
        <p:spPr>
          <a:xfrm>
            <a:off x="-125" y="2011675"/>
            <a:ext cx="91440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Tu és o nosso defensor</a:t>
            </a:r>
            <a:endParaRPr sz="25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Deus consolador</a:t>
            </a:r>
            <a:endParaRPr sz="25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Nos ergue quando estamos fracos</a:t>
            </a:r>
            <a:endParaRPr sz="2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2b7bedfd8_0_26"/>
          <p:cNvSpPr txBox="1"/>
          <p:nvPr/>
        </p:nvSpPr>
        <p:spPr>
          <a:xfrm>
            <a:off x="0" y="1980600"/>
            <a:ext cx="91440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Pois só Tu és o eterno Deus</a:t>
            </a:r>
            <a:endParaRPr sz="47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Tu és o eterno Deus</a:t>
            </a:r>
            <a:endParaRPr sz="47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Que nunca irá deixar Seus filhos</a:t>
            </a:r>
            <a:endParaRPr sz="4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2b7bedfd8_0_30"/>
          <p:cNvSpPr txBox="1"/>
          <p:nvPr/>
        </p:nvSpPr>
        <p:spPr>
          <a:xfrm>
            <a:off x="-125" y="2011675"/>
            <a:ext cx="91440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Tu és o nosso defensor</a:t>
            </a:r>
            <a:endParaRPr sz="25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Deus consolador</a:t>
            </a:r>
            <a:endParaRPr sz="25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Nos ergue quando estamos fracos</a:t>
            </a:r>
            <a:endParaRPr sz="2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