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Cristo é o meu fundamento</a:t>
            </a:r>
            <a:br/>
            <a:r>
              <a:t>Sobre a rocha eu quero estar</a:t>
            </a:r>
            <a:br/>
            <a:r>
              <a:t>Nele eu estarei seguro</a:t>
            </a:r>
            <a:br/>
            <a:r>
              <a:t>Eu posso me alegrar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Minha fé está em Cristo</a:t>
            </a:r>
            <a:br/>
            <a:r>
              <a:t>Nunca me desamparou</a:t>
            </a:r>
            <a:br/>
            <a:r>
              <a:t>Fiel em todo tempo</a:t>
            </a:r>
            <a:br/>
            <a:r>
              <a:t>Ele nunca falhou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Jamais, jamais</a:t>
            </a:r>
            <a:br/>
            <a:br/>
            <a:r>
              <a:t>Mesmo em meio ao caos</a:t>
            </a:r>
            <a:br/>
            <a:r>
              <a:t>A sua paz eu encontrei</a:t>
            </a:r>
            <a:br/>
            <a:r>
              <a:t>Não serei abalado</a:t>
            </a:r>
            <a:br/>
            <a:r>
              <a:t>Nele eu confiarei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Pois estou firmado em Cristo</a:t>
            </a:r>
            <a:br/>
            <a:r>
              <a:t>Não me desapontou</a:t>
            </a:r>
            <a:br/>
            <a:r>
              <a:t>Fiel em todo tempo</a:t>
            </a:r>
            <a:br/>
            <a:r>
              <a:t>Ele nunca falhou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Jamais, jamais</a:t>
            </a:r>
            <a:br/>
            <a:r>
              <a:t>Jamais falhará</a:t>
            </a:r>
            <a:br/>
            <a:r>
              <a:t>Nunca falhará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Jamais, jamais</a:t>
            </a:r>
            <a:br/>
            <a:r>
              <a:t>Jamais falhará</a:t>
            </a:r>
            <a:br/>
            <a:r>
              <a:t>Nunca falhará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Cristo é o meu fundamento</a:t>
            </a:r>
            <a:br/>
            <a:r>
              <a:t>Sobre a rocha eu quero estar</a:t>
            </a:r>
            <a:br/>
            <a:r>
              <a:t>Nele eu estarei seguro</a:t>
            </a:r>
            <a:br/>
            <a:r>
              <a:t>Eu posso me alegrar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Minha fé está em Cristo</a:t>
            </a:r>
            <a:br/>
            <a:r>
              <a:t>Nunca me desamparou</a:t>
            </a:r>
            <a:br/>
            <a:r>
              <a:t>Fiel em todo tempo</a:t>
            </a:r>
            <a:br/>
            <a:r>
              <a:t>Ele nunca falhou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Jamais, jamais</a:t>
            </a:r>
            <a:br/>
            <a:r>
              <a:t>Jamais falhará</a:t>
            </a:r>
            <a:br/>
            <a:r>
              <a:t>Nunca falhará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Minha casa</a:t>
            </a:r>
            <a:br/>
            <a:r>
              <a:t>Em ti edifiquei</a:t>
            </a:r>
            <a:br/>
            <a:r>
              <a:t>Estou seguro</a:t>
            </a:r>
            <a:br/>
            <a:r>
              <a:t>Em ti eu vencerei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Minha casa</a:t>
            </a:r>
            <a:br/>
            <a:r>
              <a:t>Em ti edifiquei</a:t>
            </a:r>
            <a:br/>
            <a:r>
              <a:t>Estou seguro</a:t>
            </a:r>
            <a:br/>
            <a:r>
              <a:t>Em ti eu vencerei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lnSpc>
                <a:spcPts val="6000"/>
              </a:lnSpc>
              <a:defRPr sz="4400">
                <a:solidFill>
                  <a:srgbClr val="FFFFFF"/>
                </a:solidFill>
                <a:latin typeface="Arial"/>
              </a:defRPr>
            </a:pPr>
            <a:r>
              <a:t>Cristo é o meu fundamento…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